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1367" y="1964267"/>
            <a:ext cx="7195852" cy="2421464"/>
          </a:xfrm>
        </p:spPr>
        <p:txBody>
          <a:bodyPr anchor="b">
            <a:normAutofit/>
          </a:bodyPr>
          <a:lstStyle>
            <a:lvl1pPr algn="r">
              <a:defRPr sz="479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1367" y="4385733"/>
            <a:ext cx="7195852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799" cap="all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0232" y="5870576"/>
            <a:ext cx="159978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1367" y="5870576"/>
            <a:ext cx="4892684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6196" y="5870576"/>
            <a:ext cx="551023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57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16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3308581"/>
            <a:ext cx="10128789" cy="1468800"/>
          </a:xfrm>
        </p:spPr>
        <p:txBody>
          <a:bodyPr anchor="b"/>
          <a:lstStyle>
            <a:lvl1pPr algn="l">
              <a:defRPr sz="3999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0" y="4777381"/>
            <a:ext cx="101287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 cap="all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1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623" y="2142067"/>
            <a:ext cx="4994033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0379" y="2142068"/>
            <a:ext cx="4994031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71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416" y="2218267"/>
            <a:ext cx="4707828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623" y="2870201"/>
            <a:ext cx="4995622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6" y="2226734"/>
            <a:ext cx="4721583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1967" y="2870201"/>
            <a:ext cx="499403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8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0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65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2074333"/>
            <a:ext cx="3679926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6991" y="609601"/>
            <a:ext cx="6167419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3445933"/>
            <a:ext cx="3679926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03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1600200"/>
            <a:ext cx="6163048" cy="13716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4290" y="914400"/>
            <a:ext cx="328012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2971800"/>
            <a:ext cx="6163048" cy="1828800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61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4732865"/>
            <a:ext cx="1012878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243" y="932112"/>
            <a:ext cx="8757546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5299603"/>
            <a:ext cx="10128789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09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3" y="609602"/>
            <a:ext cx="10128789" cy="3124199"/>
          </a:xfrm>
        </p:spPr>
        <p:txBody>
          <a:bodyPr anchor="ctr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1" y="4343400"/>
            <a:ext cx="1012879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53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5201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48" y="823337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09" y="609602"/>
            <a:ext cx="9547912" cy="2743199"/>
          </a:xfrm>
        </p:spPr>
        <p:txBody>
          <a:bodyPr anchor="ctr">
            <a:normAutofit/>
          </a:bodyPr>
          <a:lstStyle>
            <a:lvl1pPr algn="l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589" y="3352800"/>
            <a:ext cx="933675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287" y="4343400"/>
            <a:ext cx="1014972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27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4" y="3308581"/>
            <a:ext cx="10128787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2" y="4777381"/>
            <a:ext cx="1012878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98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5201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148" y="823337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009" y="609602"/>
            <a:ext cx="9547912" cy="2743199"/>
          </a:xfrm>
        </p:spPr>
        <p:txBody>
          <a:bodyPr anchor="ctr">
            <a:normAutofit/>
          </a:bodyPr>
          <a:lstStyle>
            <a:lvl1pPr algn="l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621" y="3886200"/>
            <a:ext cx="10132797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0" y="4775200"/>
            <a:ext cx="10132797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92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3" y="609602"/>
            <a:ext cx="1012878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622" y="3505200"/>
            <a:ext cx="1012879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7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1" y="4343400"/>
            <a:ext cx="1012879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623" y="609601"/>
            <a:ext cx="10128787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418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6420" y="609600"/>
            <a:ext cx="2157990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622" y="609600"/>
            <a:ext cx="783007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1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623" y="609601"/>
            <a:ext cx="10128787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3" y="2142068"/>
            <a:ext cx="10128787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7423" y="5870576"/>
            <a:ext cx="159978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622" y="5870576"/>
            <a:ext cx="782562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3387" y="5870576"/>
            <a:ext cx="55102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89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7896" y="0"/>
            <a:ext cx="6094412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0"/>
            <a:ext cx="64008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flipH="1">
            <a:off x="5815584" y="0"/>
            <a:ext cx="12093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3869970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5800" b="1" i="0" dirty="0" err="1">
                <a:solidFill>
                  <a:srgbClr val="00D4FF"/>
                </a:solidFill>
              </a:rPr>
              <a:t>TaskFlow</a:t>
            </a:r>
            <a:r>
              <a:rPr lang="en-US" sz="5800" b="1" i="0" dirty="0">
                <a:solidFill>
                  <a:srgbClr val="00D4FF"/>
                </a:solidFill>
              </a:rPr>
              <a:t> </a:t>
            </a:r>
            <a:r>
              <a:rPr lang="en-US" sz="5800" b="1" i="0" dirty="0"/>
              <a:t>AI</a:t>
            </a:r>
            <a:endParaRPr sz="5800" b="1" i="0" dirty="0"/>
          </a:p>
        </p:txBody>
      </p:sp>
      <p:sp>
        <p:nvSpPr>
          <p:cNvPr id="9" name="TextBox 8"/>
          <p:cNvSpPr txBox="1"/>
          <p:nvPr/>
        </p:nvSpPr>
        <p:spPr>
          <a:xfrm>
            <a:off x="283463" y="1883664"/>
            <a:ext cx="51026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</a:rPr>
              <a:t>Turn Any Meeting into Actionable Tasks —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00FFC8"/>
                </a:solidFill>
              </a:rPr>
              <a:t>AI-Powered  ·  Private  ·  Zero Manual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29000"/>
            <a:ext cx="32004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1170432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648456"/>
            <a:ext cx="1170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React + 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7631" y="3657600"/>
            <a:ext cx="1170432" cy="34747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27631" y="3648456"/>
            <a:ext cx="1170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FastAPI Python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9503" y="3657600"/>
            <a:ext cx="1170432" cy="34747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9503" y="3648456"/>
            <a:ext cx="1170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Ollama Local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6" y="3657600"/>
            <a:ext cx="1170432" cy="34747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51376" y="3648456"/>
            <a:ext cx="1170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Monday.com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09360"/>
            <a:ext cx="12188952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2532" y="4632883"/>
            <a:ext cx="557075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 dirty="0">
                <a:solidFill>
                  <a:srgbClr val="CCD6E0"/>
                </a:solidFill>
              </a:rPr>
              <a:t>Paste notes ➜ AI extracts tasks ➜ Push to</a:t>
            </a:r>
            <a:r>
              <a:rPr lang="en-US" sz="1500" b="0" i="1" dirty="0">
                <a:solidFill>
                  <a:srgbClr val="CCD6E0"/>
                </a:solidFill>
              </a:rPr>
              <a:t> Project Management Tool</a:t>
            </a:r>
            <a:endParaRPr sz="1500" b="0" i="1" dirty="0">
              <a:solidFill>
                <a:srgbClr val="CCD6E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7B2FFF"/>
                </a:solidFill>
              </a:rPr>
              <a:t>😫 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777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07592"/>
            <a:ext cx="640080" cy="62179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9304"/>
            <a:ext cx="640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441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Meetings end — action items get forgotten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247120" cy="777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67712"/>
            <a:ext cx="640080" cy="62179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49424"/>
            <a:ext cx="640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042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Someone has to manually rewrite notes into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11247120" cy="777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227832"/>
            <a:ext cx="640080" cy="62179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09544"/>
            <a:ext cx="640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644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Copy-paste from notes → project board wastes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777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187952"/>
            <a:ext cx="640080" cy="62179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169663"/>
            <a:ext cx="640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2452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No clear owner, deadline, or priority assigned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74920"/>
            <a:ext cx="11247120" cy="777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5148072"/>
            <a:ext cx="640080" cy="62179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129783"/>
            <a:ext cx="640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1846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Teams lose 30%+ of meeting value to poor follow-up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1792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00FFC8"/>
                </a:solidFill>
              </a:rPr>
              <a:t>✨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1">
                <a:solidFill>
                  <a:srgbClr val="CCD6E0"/>
                </a:solidFill>
              </a:rPr>
              <a:t>Paste your meeting notes → AI extracts every task → One-click push to Monday.com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801368"/>
            <a:ext cx="23774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377440" cy="2560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377440" cy="10972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7B2FFF"/>
                </a:solidFill>
              </a:rPr>
              <a:t>Paste
Meeting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5176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8" y="1801368"/>
            <a:ext cx="23774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737360"/>
            <a:ext cx="2377440" cy="2560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1737360"/>
            <a:ext cx="2377440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3464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0D4FF"/>
                </a:solidFill>
              </a:rPr>
              <a:t>Local AI
Extracts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65176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1801368"/>
            <a:ext cx="23774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2377440" cy="2560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1737360"/>
            <a:ext cx="2377440" cy="109728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01168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3464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0FFC8"/>
                </a:solidFill>
              </a:rPr>
              <a:t>Review &amp;
Edit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65176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99448" y="1801368"/>
            <a:ext cx="237744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35440" y="1737360"/>
            <a:ext cx="2377440" cy="2560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5440" y="1737360"/>
            <a:ext cx="2377440" cy="10972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0" y="201168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834640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FFD600"/>
                </a:solidFill>
              </a:rPr>
              <a:t>Push to
Monday.com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17920"/>
            <a:ext cx="12188952" cy="64008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00D4FF"/>
                </a:solidFill>
              </a:rPr>
              <a:t>⚡ 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760720" cy="1417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91440" cy="1417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B2FFF"/>
                </a:solidFill>
              </a:rPr>
              <a:t>🔒  100% Private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440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Runs on your machine with Ollama — data never leaves.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188720"/>
            <a:ext cx="5760720" cy="1417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188720"/>
            <a:ext cx="91440" cy="1417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298448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⚡  3–7s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83080"/>
            <a:ext cx="5440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Optimised pipeline with smart caching for instant repeats.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5760720" cy="1417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91440" cy="141732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898648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FFC8"/>
                </a:solidFill>
              </a:rPr>
              <a:t>📄  Any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5440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Markdown, bullets, plain text, chat transcripts &amp; more.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788920"/>
            <a:ext cx="5760720" cy="1417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2788920"/>
            <a:ext cx="91440" cy="14173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2898648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D600"/>
                </a:solidFill>
              </a:rPr>
              <a:t>✏️  Editable 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383280"/>
            <a:ext cx="5440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Review, modify, or delete tasks before pushing.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89120"/>
            <a:ext cx="5760720" cy="1417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91440" cy="14173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498848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B2FFF"/>
                </a:solidFill>
              </a:rPr>
              <a:t>🔗  Monday.com Native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5440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One click sends tasks with assignees, dates &amp; priorities.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389120"/>
            <a:ext cx="5760720" cy="14173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92240" y="4389120"/>
            <a:ext cx="91440" cy="1417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4498848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🎨  Beautiful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983480"/>
            <a:ext cx="5440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Material-UI with dark theme and real-time updates.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1792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7B2FFF"/>
                </a:solidFill>
              </a:rPr>
              <a:t>🏗️ 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200400" cy="14630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200400" cy="10972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3200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7B2FFF"/>
                </a:solidFill>
              </a:rPr>
              <a:t>🖥️ React Frontend
TypeScript + MUI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0"/>
            <a:ext cx="3200400" cy="14630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1371600"/>
            <a:ext cx="3200400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1554480"/>
            <a:ext cx="3200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0D4FF"/>
                </a:solidFill>
              </a:rPr>
              <a:t>⚙️ FastAPI Backend
Python + Pydantic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914400"/>
            <a:ext cx="3200400" cy="14630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0" y="914400"/>
            <a:ext cx="3200400" cy="109728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097280"/>
            <a:ext cx="3200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00FFC8"/>
                </a:solidFill>
              </a:rPr>
              <a:t>🤖 Ollama
Local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200400"/>
            <a:ext cx="3200400" cy="14630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3200400"/>
            <a:ext cx="3200400" cy="10972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3383280"/>
            <a:ext cx="3200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FFD600"/>
                </a:solidFill>
              </a:rPr>
              <a:t>📌 Monday.com
GraphQL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920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HTTP/REST 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➜ REST API
(localhost:11434)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931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➜ GraphQL
(Cloud)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089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164592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Frontend:  React 18 · TypeScript · Material-UI · Vite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43399"/>
            <a:ext cx="164592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343399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Backend:  FastAPI · Pydantic · httpx · uvicorn · Python 3.11+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37759"/>
            <a:ext cx="164592" cy="384048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59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AI Layer:  Ollama · llama3.2:1b · Local inference (no cloud)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32119"/>
            <a:ext cx="164592" cy="38404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532119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Integration:  Monday.com GraphQL API · Token auth · Real-time push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1792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00FFC8"/>
                </a:solidFill>
              </a:rPr>
              <a:t>🎬 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7772400" cy="53035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772400" cy="411480"/>
          </a:xfrm>
          <a:prstGeom prst="rect">
            <a:avLst/>
          </a:prstGeom>
          <a:solidFill>
            <a:srgbClr val="1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9728" cy="16459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115568"/>
            <a:ext cx="109728" cy="164592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51560" y="1115568"/>
            <a:ext cx="109728" cy="164592"/>
          </a:xfrm>
          <a:prstGeom prst="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069848"/>
            <a:ext cx="50292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1042415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localhost:5173  — MeetingToTask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</a:rPr>
              <a:t>MeetingToTask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356616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0299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FFC8"/>
                </a:solidFill>
              </a:rPr>
              <a:t>Meeting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3474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Q4 kickoff — April 22
• Alice to finalize DB schema by Friday
• Bob: set up CI/CD pipeline ASAP (high)
• Carol review design mockups — due Mon
• Everyone: update Jira tickets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356616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70001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⚡  Extract Tasks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011680"/>
            <a:ext cx="3749039" cy="30815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202996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FFC8"/>
                </a:solidFill>
              </a:rPr>
              <a:t>Extracted Tasks (4)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423160"/>
            <a:ext cx="3749039" cy="5486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2423160"/>
            <a:ext cx="64008" cy="54864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245973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Finalize DB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71576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👤 Alice  📅 Fri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496312"/>
            <a:ext cx="822960" cy="2560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247802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Medium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081528"/>
            <a:ext cx="3749039" cy="5486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06240" y="3081528"/>
            <a:ext cx="64008" cy="548640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311810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Set up CI/CD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3741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👤 Bob  📅 ASAP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154680"/>
            <a:ext cx="822960" cy="25603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313639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739896"/>
            <a:ext cx="3749039" cy="5486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06240" y="3739896"/>
            <a:ext cx="64008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400" y="37764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Review design mockups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03250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👤 Carol  📅 Mon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813048"/>
            <a:ext cx="82296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3794759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Medium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398264"/>
            <a:ext cx="3749039" cy="5486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06240" y="4398264"/>
            <a:ext cx="64008" cy="5486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43400" y="44348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Update Jira tickets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46908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👤 All  📅 Today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471416"/>
            <a:ext cx="82296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4453127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5138928"/>
            <a:ext cx="3749039" cy="34747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06240" y="5129784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🚀  Push to Monday.com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1371600"/>
            <a:ext cx="1371600" cy="10972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412480" y="1371600"/>
            <a:ext cx="13716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0" y="146304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192024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0FFC8"/>
                </a:solidFill>
              </a:rPr>
              <a:t>Local AI
(Ollama)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2286000"/>
            <a:ext cx="1371600" cy="10972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875520" y="2286000"/>
            <a:ext cx="13716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75520" y="237744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283464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0FFC8"/>
                </a:solidFill>
              </a:rPr>
              <a:t>3–7s
Extraction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383280"/>
            <a:ext cx="1371600" cy="10972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412480" y="3383280"/>
            <a:ext cx="13716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12480" y="347472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393192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0FFC8"/>
                </a:solidFill>
              </a:rPr>
              <a:t>100%
Private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75520" y="4297680"/>
            <a:ext cx="1371600" cy="10972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875520" y="4297680"/>
            <a:ext cx="13716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75520" y="438912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4846320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0FFC8"/>
                </a:solidFill>
              </a:rPr>
              <a:t>Monday.com
Integration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217920"/>
            <a:ext cx="12188952" cy="64008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D600"/>
                </a:solidFill>
              </a:rPr>
              <a:t>📊  Performance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651760" cy="2286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51760" cy="1280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651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00D4FF"/>
                </a:solidFill>
              </a:rPr>
              <a:t>3–7s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Average Task
Extraction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51760" cy="128016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2651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00FFC8"/>
                </a:solidFill>
              </a:rPr>
              <a:t>⚡ Instant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Cached
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51760" cy="2286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651760" cy="12801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651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7B2FFF"/>
                </a:solidFill>
              </a:rPr>
              <a:t>🔒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146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Data Sent
to Cloud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280160"/>
            <a:ext cx="2651760" cy="2286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651760" cy="12801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554480"/>
            <a:ext cx="2651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D600"/>
                </a:solidFill>
              </a:rPr>
              <a:t>8+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146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Meeting Formats
Supported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49039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Speed improvements vs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Before (v1)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4370832"/>
            <a:ext cx="7239000" cy="347472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8784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25s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12064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After (v2)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5193792"/>
            <a:ext cx="1737360" cy="34747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86200" y="51206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94360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Cached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6016752"/>
            <a:ext cx="57912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06752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0.2s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217920"/>
            <a:ext cx="12188952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7B2FFF"/>
                </a:solidFill>
              </a:rPr>
              <a:t>🎯  Why MeetingToTask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06424"/>
            <a:ext cx="274320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097280"/>
            <a:ext cx="237744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1106424"/>
            <a:ext cx="23774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MeetingToTask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097280"/>
            <a:ext cx="2377440" cy="5029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1106424"/>
            <a:ext cx="23774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Manual Entry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097280"/>
            <a:ext cx="2377440" cy="5029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106424"/>
            <a:ext cx="237744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Generic AI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274320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655064"/>
            <a:ext cx="2743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5F57"/>
                </a:solidFill>
              </a:rPr>
              <a:t>🔒 Data Privacy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645920"/>
            <a:ext cx="2377440" cy="658368"/>
          </a:xfrm>
          <a:prstGeom prst="rect">
            <a:avLst/>
          </a:prstGeom>
          <a:solidFill>
            <a:srgbClr val="00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0" y="1655064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FFC8"/>
                </a:solidFill>
              </a:rPr>
              <a:t>✅ 100% Local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645920"/>
            <a:ext cx="237744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1655064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 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645920"/>
            <a:ext cx="237744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1655064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5F57"/>
                </a:solidFill>
              </a:rPr>
              <a:t>❌ Cloud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59152"/>
            <a:ext cx="2743200" cy="658368"/>
          </a:xfrm>
          <a:prstGeom prst="rect">
            <a:avLst/>
          </a:prstGeom>
          <a:solidFill>
            <a:srgbClr val="18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368296"/>
            <a:ext cx="2743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5F57"/>
                </a:solidFill>
              </a:rPr>
              <a:t>⚡ Speed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359152"/>
            <a:ext cx="2377440" cy="658368"/>
          </a:xfrm>
          <a:prstGeom prst="rect">
            <a:avLst/>
          </a:prstGeom>
          <a:solidFill>
            <a:srgbClr val="00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2368296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FFC8"/>
                </a:solidFill>
              </a:rPr>
              <a:t>✅ 3–7 seconds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359152"/>
            <a:ext cx="2377440" cy="658368"/>
          </a:xfrm>
          <a:prstGeom prst="rect">
            <a:avLst/>
          </a:prstGeom>
          <a:solidFill>
            <a:srgbClr val="18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0" y="2368296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5F57"/>
                </a:solidFill>
              </a:rPr>
              <a:t>❌ 5–30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2359152"/>
            <a:ext cx="2377440" cy="658368"/>
          </a:xfrm>
          <a:prstGeom prst="rect">
            <a:avLst/>
          </a:prstGeom>
          <a:solidFill>
            <a:srgbClr val="18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2368296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D600"/>
                </a:solidFill>
              </a:rPr>
              <a:t>⚠️ 10–20s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72384"/>
            <a:ext cx="274320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081528"/>
            <a:ext cx="2743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5F57"/>
                </a:solidFill>
              </a:rPr>
              <a:t>🔗 Monday.com Push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072384"/>
            <a:ext cx="2377440" cy="658368"/>
          </a:xfrm>
          <a:prstGeom prst="rect">
            <a:avLst/>
          </a:prstGeom>
          <a:solidFill>
            <a:srgbClr val="00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0" y="3081528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FFC8"/>
                </a:solidFill>
              </a:rPr>
              <a:t>✅ One-click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072384"/>
            <a:ext cx="237744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081528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 Manual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3072384"/>
            <a:ext cx="237744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92440" y="3081528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5F57"/>
                </a:solidFill>
              </a:rPr>
              <a:t>❌ None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85615"/>
            <a:ext cx="2743200" cy="658368"/>
          </a:xfrm>
          <a:prstGeom prst="rect">
            <a:avLst/>
          </a:prstGeom>
          <a:solidFill>
            <a:srgbClr val="18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3794760"/>
            <a:ext cx="2743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5F57"/>
                </a:solidFill>
              </a:rPr>
              <a:t>📄 Multi-format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785615"/>
            <a:ext cx="2377440" cy="658368"/>
          </a:xfrm>
          <a:prstGeom prst="rect">
            <a:avLst/>
          </a:prstGeom>
          <a:solidFill>
            <a:srgbClr val="00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0" y="3794760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FFC8"/>
                </a:solidFill>
              </a:rPr>
              <a:t>✅ 8+ formats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3785615"/>
            <a:ext cx="2377440" cy="658368"/>
          </a:xfrm>
          <a:prstGeom prst="rect">
            <a:avLst/>
          </a:prstGeom>
          <a:solidFill>
            <a:srgbClr val="18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0" y="3794760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D600"/>
                </a:solidFill>
              </a:rPr>
              <a:t>⚠️ Tedious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3785615"/>
            <a:ext cx="2377440" cy="658368"/>
          </a:xfrm>
          <a:prstGeom prst="rect">
            <a:avLst/>
          </a:prstGeom>
          <a:solidFill>
            <a:srgbClr val="18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92440" y="3794760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D600"/>
                </a:solidFill>
              </a:rPr>
              <a:t>⚠️ Limited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498848"/>
            <a:ext cx="274320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4507992"/>
            <a:ext cx="2743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5F57"/>
                </a:solidFill>
              </a:rPr>
              <a:t>💰 Cost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4498848"/>
            <a:ext cx="2377440" cy="658368"/>
          </a:xfrm>
          <a:prstGeom prst="rect">
            <a:avLst/>
          </a:prstGeom>
          <a:solidFill>
            <a:srgbClr val="00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0" y="4507992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FFC8"/>
                </a:solidFill>
              </a:rPr>
              <a:t>✅ Free / OSS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4498848"/>
            <a:ext cx="237744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0" y="4507992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 Free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4498848"/>
            <a:ext cx="237744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92440" y="4507992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5F57"/>
                </a:solidFill>
              </a:rPr>
              <a:t>❌ Paid API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212080"/>
            <a:ext cx="2743200" cy="658368"/>
          </a:xfrm>
          <a:prstGeom prst="rect">
            <a:avLst/>
          </a:prstGeom>
          <a:solidFill>
            <a:srgbClr val="18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5221224"/>
            <a:ext cx="2743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5F57"/>
                </a:solidFill>
              </a:rPr>
              <a:t>🎯 Task Intelligence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5212080"/>
            <a:ext cx="2377440" cy="658368"/>
          </a:xfrm>
          <a:prstGeom prst="rect">
            <a:avLst/>
          </a:prstGeom>
          <a:solidFill>
            <a:srgbClr val="00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0" y="5221224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FFC8"/>
                </a:solidFill>
              </a:rPr>
              <a:t>✅ Assignee+Date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5212080"/>
            <a:ext cx="2377440" cy="658368"/>
          </a:xfrm>
          <a:prstGeom prst="rect">
            <a:avLst/>
          </a:prstGeom>
          <a:solidFill>
            <a:srgbClr val="18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669280" y="5221224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5F57"/>
                </a:solidFill>
              </a:rPr>
              <a:t>❌ None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92440" y="5212080"/>
            <a:ext cx="2377440" cy="658368"/>
          </a:xfrm>
          <a:prstGeom prst="rect">
            <a:avLst/>
          </a:prstGeom>
          <a:solidFill>
            <a:srgbClr val="18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92440" y="5221224"/>
            <a:ext cx="23774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D600"/>
                </a:solidFill>
              </a:rPr>
              <a:t>⚠️ Basic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217920"/>
            <a:ext cx="1218895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889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6176" y="1737360"/>
            <a:ext cx="3996607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6000" b="1" i="0" dirty="0" err="1">
                <a:solidFill>
                  <a:srgbClr val="00D4FF"/>
                </a:solidFill>
              </a:rPr>
              <a:t>TaskFlow</a:t>
            </a:r>
            <a:r>
              <a:rPr lang="en-US" sz="6000" b="1" i="0" dirty="0">
                <a:solidFill>
                  <a:srgbClr val="00D4FF"/>
                </a:solidFill>
              </a:rPr>
              <a:t> AI</a:t>
            </a:r>
            <a:endParaRPr sz="6000" b="1" i="0" dirty="0">
              <a:solidFill>
                <a:srgbClr val="00D4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889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From Meeting to Monday — in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FFC8"/>
                </a:solidFill>
              </a:rPr>
              <a:t>Open Source  ·  Local AI  ·  Zero Friction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4206240"/>
            <a:ext cx="320040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4197096"/>
            <a:ext cx="3200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Try It Now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120640"/>
            <a:ext cx="12188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github.com/your-team/meetingtotask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1283" y="5943600"/>
            <a:ext cx="152638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i="1" dirty="0">
                <a:solidFill>
                  <a:srgbClr val="CCD6E0"/>
                </a:solidFill>
              </a:rPr>
              <a:t>Powered By </a:t>
            </a:r>
            <a:r>
              <a:rPr lang="en-US" sz="1200" i="1" dirty="0" err="1">
                <a:solidFill>
                  <a:srgbClr val="CCD6E0"/>
                </a:solidFill>
              </a:rPr>
              <a:t>BlazeOps</a:t>
            </a:r>
            <a:endParaRPr sz="1200" b="0" i="1" dirty="0">
              <a:solidFill>
                <a:srgbClr val="CCD6E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</TotalTime>
  <Words>600</Words>
  <Application>Microsoft Office PowerPoint</Application>
  <PresentationFormat>Custom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Prabhu</cp:lastModifiedBy>
  <cp:revision>2</cp:revision>
  <dcterms:created xsi:type="dcterms:W3CDTF">2013-01-27T09:14:16Z</dcterms:created>
  <dcterms:modified xsi:type="dcterms:W3CDTF">2026-04-22T14:48:22Z</dcterms:modified>
  <cp:category/>
</cp:coreProperties>
</file>